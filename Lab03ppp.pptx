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12D9F-3362-ACD4-80E6-3BAF39B03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D73E19-03E9-F548-919E-1D9B91918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511DDA-E7B1-925F-C8A4-D55FCA19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15F3-6E5B-4BA1-92DA-52831E2ACEBB}" type="datetimeFigureOut">
              <a:rPr lang="es-ES" smtClean="0"/>
              <a:t>27/09/2026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F3750C-1F99-E55C-6AEF-B5B1FD18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94BFE3-9A72-23A4-F9D1-5F558718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715B-D02A-4A60-9213-29AE01A620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968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C5060-E4E1-1717-C7C7-49BEFC756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10F684-EC7E-8576-E510-833A0B582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F14883-71E9-4C32-0042-D49E1871F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15F3-6E5B-4BA1-92DA-52831E2ACEBB}" type="datetimeFigureOut">
              <a:rPr lang="es-ES" smtClean="0"/>
              <a:t>27/09/2026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514E8F-CE47-146F-AFCD-E06BF69F1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EB1D1-C301-0EDE-859F-FBAEB8B1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715B-D02A-4A60-9213-29AE01A620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1902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93C61-334B-9BAF-AF22-06DD49E5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C91941-5F3B-6064-44D2-643857B64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BCA177-54F6-693F-CDC3-7B5F8E3B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15F3-6E5B-4BA1-92DA-52831E2ACEBB}" type="datetimeFigureOut">
              <a:rPr lang="es-ES" smtClean="0"/>
              <a:t>27/09/2026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62C1B5-B758-D46A-BDDE-3F6F0AE16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DEFE67-899F-618D-1DDB-A0C21475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715B-D02A-4A60-9213-29AE01A620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1634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F501A-D727-699A-8715-418FE979C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08977D-E9FC-5933-1950-3F1029D13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0FC3C2-051A-674E-1056-24A577F67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12C48F-9839-0D83-2ED4-8DFC882DF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15F3-6E5B-4BA1-92DA-52831E2ACEBB}" type="datetimeFigureOut">
              <a:rPr lang="es-ES" smtClean="0"/>
              <a:t>27/09/2026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0F052D-69FC-B22D-CE43-3D600E7B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EE7838-CB76-8166-BA59-BF4761CB5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715B-D02A-4A60-9213-29AE01A620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327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448D9-AEF8-007F-9B43-471C7CBD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F7ED25-2996-16E2-2A90-D88B970D2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B7BA84-2313-923C-6392-7FC9EBE40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188190C-774B-FC8E-A1DE-FDABEA852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D4255D5-AD38-1E40-2313-A0911698E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00DB99A-B6F5-6341-E1C1-9AFC62E4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15F3-6E5B-4BA1-92DA-52831E2ACEBB}" type="datetimeFigureOut">
              <a:rPr lang="es-ES" smtClean="0"/>
              <a:t>27/09/2026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56515AF-0F89-6173-D450-9C9053D9C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EFB953-C603-B6A5-561D-5DFF4E49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715B-D02A-4A60-9213-29AE01A620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8619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A6527-21E2-16A1-E986-7B85A16B9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00F983B-8FEA-24C4-6D07-A5C33F33B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15F3-6E5B-4BA1-92DA-52831E2ACEBB}" type="datetimeFigureOut">
              <a:rPr lang="es-ES" smtClean="0"/>
              <a:t>27/09/2026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5118D5-BB44-8A54-8694-280F8275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52008A-ED20-8B74-E818-B651B515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715B-D02A-4A60-9213-29AE01A620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0998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DAFD0F-9DAB-563D-CC04-F203C65E5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15F3-6E5B-4BA1-92DA-52831E2ACEBB}" type="datetimeFigureOut">
              <a:rPr lang="es-ES" smtClean="0"/>
              <a:t>27/09/2026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344B3C-E6AD-9964-E33B-569AB206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699646-F84F-C2A7-9554-0669F856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715B-D02A-4A60-9213-29AE01A620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732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50A32-5146-06BD-80BF-BB9BD8DD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2CC3D8-CE17-1A35-990F-97836424F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1C3E43-4ECD-5424-9239-D36455599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6F5EF4-B2D8-019A-A03C-B17035B8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15F3-6E5B-4BA1-92DA-52831E2ACEBB}" type="datetimeFigureOut">
              <a:rPr lang="es-ES" smtClean="0"/>
              <a:t>27/09/2026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5F4665-E144-4B36-158D-7ACD9716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78A8B4-A7C4-76CB-A999-878F62009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715B-D02A-4A60-9213-29AE01A620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5898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8810-C103-E646-733C-9DC062936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CAE8DBD-1C57-3C67-CAAA-959926D36C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569BB3-EC91-C626-E7C6-20EED418D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DB206C-1E39-41CB-7BDF-8BC64CF57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15F3-6E5B-4BA1-92DA-52831E2ACEBB}" type="datetimeFigureOut">
              <a:rPr lang="es-ES" smtClean="0"/>
              <a:t>27/09/2026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7189ED-9CD9-AD1A-7DC7-4886FE07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6BF6DD-5251-E9DA-77B9-81E8E2F6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715B-D02A-4A60-9213-29AE01A620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3146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EB526-0594-C80C-7E6F-6FBA9449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6F8177-2F78-C76A-FDD9-CEBC2A239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3872D6-6E93-21B4-9F9B-E06A82ADE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15F3-6E5B-4BA1-92DA-52831E2ACEBB}" type="datetimeFigureOut">
              <a:rPr lang="es-ES" smtClean="0"/>
              <a:t>27/09/2026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6B4313-5C37-9283-08F9-712ED168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F3B97A-F924-1764-9EB9-FC1161C23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715B-D02A-4A60-9213-29AE01A620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453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30ECB2-64F6-26FF-BB77-7548AED96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9FF8D4-09A2-522C-C272-83072FB77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F69826-2918-F6CD-4127-7C82BE7E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15F3-6E5B-4BA1-92DA-52831E2ACEBB}" type="datetimeFigureOut">
              <a:rPr lang="es-ES" smtClean="0"/>
              <a:t>27/09/2026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5DC36A-164B-DB81-3481-D3527CF5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E2BDD3-8FCD-517F-F257-54D250D2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5715B-D02A-4A60-9213-29AE01A620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5333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7A18D22-FDBD-4032-FDE0-CC60EC68E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6BB977-0581-B4DB-E56C-8EBAEE6C0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6E7BD2-E7ED-02CF-04B8-93855CDB1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515F3-6E5B-4BA1-92DA-52831E2ACEBB}" type="datetimeFigureOut">
              <a:rPr lang="es-ES" smtClean="0"/>
              <a:t>27/09/2026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A62723-481F-D307-16C2-509F3E236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2ED9EB-20FF-2599-0EBD-E8580D7A01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5715B-D02A-4A60-9213-29AE01A620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645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84711FC-A3BB-1742-6E94-C9761F7CD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005" y="371318"/>
            <a:ext cx="6597989" cy="611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11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60816-7224-FC4E-C6D1-5F55BC353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A5C773A-0B5F-31CB-AFED-E64A8982B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089"/>
            <a:ext cx="12192000" cy="600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C5671-3922-2A24-6469-2523F9192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0AF5FDA-6CCC-4EAA-2AD6-A1E2DD373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84" y="263362"/>
            <a:ext cx="8407832" cy="633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49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4737-ADAE-7CEF-691E-DC156B82F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5B2CD2D-5FB8-0904-86E5-8022234B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54" y="514200"/>
            <a:ext cx="8579291" cy="58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4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362BB-193E-B431-8FF1-6337F44D7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47A6C66-F0DD-7285-3E12-3B53F407F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05" y="0"/>
            <a:ext cx="5740695" cy="505486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94205FF-AEE0-6B34-9B80-BCB8651FE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375" y="358617"/>
            <a:ext cx="5531134" cy="614076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1C1E5B-8D82-9913-45C5-76305EFBF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85" y="4946552"/>
            <a:ext cx="5531134" cy="191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2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CC91B-F4D5-0A1F-772D-33D6B536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5E58F94-A197-E76D-B247-52E5411D1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181" y="263362"/>
            <a:ext cx="5531134" cy="63312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6DB5F6F-2574-7D56-51FD-216084283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657" y="1227013"/>
            <a:ext cx="4026107" cy="528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65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FFAD7-8FE3-7FA5-36A8-195078289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BB931DB-D649-040A-A95C-4BCFE1D42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576" y="511025"/>
            <a:ext cx="4800847" cy="583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707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9CCD1-2D4A-CF33-93C0-B27BABAAF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7D98FB-DAF3-AB5B-07EA-0C6C9AB3E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888" y="177633"/>
            <a:ext cx="6312224" cy="650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8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5028-0C44-0033-717F-831E60BCC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87836BA-5FD9-444C-02EA-AD2220EB8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416" y="82378"/>
            <a:ext cx="7163168" cy="669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57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F1EAE-DC64-FEC3-3992-52928606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DDAE2CF-1C5A-BC3B-D41F-D7A53C638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464" y="2581231"/>
            <a:ext cx="6255071" cy="1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510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Torreskwin Wst</dc:creator>
  <cp:lastModifiedBy>Torreskwin Wst</cp:lastModifiedBy>
  <cp:revision>1</cp:revision>
  <dcterms:created xsi:type="dcterms:W3CDTF">2026-09-26T22:59:31Z</dcterms:created>
  <dcterms:modified xsi:type="dcterms:W3CDTF">2026-09-26T23:03:19Z</dcterms:modified>
</cp:coreProperties>
</file>